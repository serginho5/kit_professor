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2bba203-9613-8207-13d2-cc9475d823fa}">
          <p14:sldIdLst>
            <p14:sldId id="256"/>
            <p14:sldId id="257"/>
            <p14:sldId id="258"/>
          </p14:sldIdLst>
        </p14:section>
        <p14:section name="Capas" id="{6625d5e5-5257-3417-f49b-bdcc750b85ed}">
          <p14:sldIdLst>
            <p14:sldId id="259"/>
            <p14:sldId id="260"/>
            <p14:sldId id="261"/>
          </p14:sldIdLst>
        </p14:section>
        <p14:section name="Páginas" id="{3865e67a-2fb5-8d0a-f914-548f80460a3d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Encerramento" id="{003074ba-79b6-19ca-36fd-7717ce5d441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731520"/>
            <a:ext cx="2834640" cy="283464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1188720" cy="118872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3108960"/>
            <a:ext cx="914400" cy="91440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0" y="3931920"/>
            <a:ext cx="731520" cy="73152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548640"/>
            <a:ext cx="502920" cy="5029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463040"/>
            <a:ext cx="1371600" cy="137160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484" y="1723644"/>
            <a:ext cx="850392" cy="850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507492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COMPLEMENTO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Portfólio de fim de ano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269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Páginas editáveis no Canva para transformar fotos, desenhos e falas do semestre no álbum que cada família vai guardar para sempre.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8366760"/>
            <a:ext cx="1060704" cy="384048"/>
          </a:xfrm>
          <a:prstGeom prst="roundRect">
            <a:avLst>
              <a:gd name="adj" fmla="val 50000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8366760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746504" y="8366760"/>
            <a:ext cx="1252728" cy="384048"/>
          </a:xfrm>
          <a:prstGeom prst="roundRect">
            <a:avLst>
              <a:gd name="adj" fmla="val 50000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746504" y="836676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36392" y="836676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36392" y="836676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96926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capas · 16 páginas de modelo · certificado · orientações pedagógicas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COMECE POR AQUI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Como montar o portfólio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64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 Diretrizes Curriculares Nacionais pedem que a creche produza documentação que permita às famílias conhecer o trabalho da instituição e o percurso de cada criança (Resolução CNE/CEB nº 5/2009, art. 10). O portfólio é essa documentação em forma de memória: fotos, produções e falas organizadas com intenção pedagógica, como propõe a documentação pedagógica de Reggio Emilia.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090672"/>
            <a:ext cx="713232" cy="71323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3247583"/>
            <a:ext cx="399410" cy="3994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99008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Guarde ao longo do semestre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338328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pasta no celular por criança: fotos do processo (não só do resultado), desenhos datados e falas anotadas no dia.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4553712"/>
            <a:ext cx="713232" cy="71323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71" y="4710623"/>
            <a:ext cx="399410" cy="3994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83080" y="445312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Escolha junto com a criança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783080" y="484632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Maternal, deixe a criança escolher o desenho ou a foto preferida. Participar das escolhas também é um direito de aprendizagem.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6016752"/>
            <a:ext cx="713232" cy="71323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6173663"/>
            <a:ext cx="399410" cy="3994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591616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Escreva legendas que contam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630936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legenda boa diz o que a criança fez, disse ou descobriu. Veja exemplos na próxima página.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7178040"/>
            <a:ext cx="6464808" cy="1325880"/>
          </a:xfrm>
          <a:prstGeom prst="roundRect">
            <a:avLst>
              <a:gd name="adj" fmla="val 12414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7479792"/>
            <a:ext cx="713232" cy="71323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" y="7636703"/>
            <a:ext cx="399410" cy="39941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737920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Monte no Canva e entregue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783080" y="7772400"/>
            <a:ext cx="5001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Duplique as páginas, troque fotos e textos, baixe em PDF e imprima ou envie. Entregue junto com o relatório.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8686800"/>
            <a:ext cx="6464808" cy="1371600"/>
          </a:xfrm>
          <a:prstGeom prst="roundRect">
            <a:avLst>
              <a:gd name="adj" fmla="val 12000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68680" y="8686800"/>
            <a:ext cx="5824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Autorização de imagem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fotos das crianças apenas com autorização de uso de imagem assinada pelas famílias. Em fotos coletivas, confira a autorização de todas as crianças que aparecem.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 DE ESCREVER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Legendas que contam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legenda transforma uma foto bonita em registro pedagógico. Troque a descrição genérica por uma cena: o que a criança fez, disse ou descobriu.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GENÉRICA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194560"/>
            <a:ext cx="4178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CONTA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2514600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Pintura com guache.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514600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 misturou o azul com o amarelo, parou e disse: "Virou verde!". Depois quis repetir com outras cores.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3584448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58444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Brincando no parque.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584448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Helena subiu sozinha a rampa pela primeira vez, olhou para trás e bateu palmas.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4654296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654296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Hora da história.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654296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Ana Luísa pediu "A casa sonolenta" de novo e completou o final junto com a professora.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724144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5724144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724144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Aula de música.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5724144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Pedro descobriu que o chocalho fazia mais barulho quando sacudia forte, e passou a tocar forte e fraco.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6793992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6793992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6793992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Alimentação.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017520" y="6793992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Laura comeu sozinha com a colher, do começo ao fim do almoço, e mostrou o prato vazio sorrindo.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786384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7863840"/>
            <a:ext cx="4178808" cy="960120"/>
          </a:xfrm>
          <a:prstGeom prst="roundRect">
            <a:avLst>
              <a:gd name="adj" fmla="val 11429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786384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Projeto horta.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7863840"/>
            <a:ext cx="3813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Theo regou a horta e encontrou uma joaninha. Chamou os colegas: "Olha, ela tem bolinha!".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9070848"/>
            <a:ext cx="6464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Dica: anote a fala no mesmo dia, no celular. Uma frase real da criança vale mais que qualquer adjetivo.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54864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50254" y="72694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0992" y="128564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9126" y="126187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1404" y="88148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Espaço para foto"/>
          <p:cNvSpPr/>
          <p:nvPr/>
        </p:nvSpPr>
        <p:spPr>
          <a:xfrm>
            <a:off x="1280160" y="1371600"/>
            <a:ext cx="5001768" cy="50017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814" y="2767093"/>
            <a:ext cx="1300460" cy="1300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4197599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criança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72084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Meu ano na creche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5895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criança]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318004" y="83667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18004" y="8366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Berçário · [ano]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9326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Professora [nome]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54864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50254" y="72694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0992" y="128564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9126" y="126187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1404" y="88148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Espaço para foto"/>
          <p:cNvSpPr/>
          <p:nvPr/>
        </p:nvSpPr>
        <p:spPr>
          <a:xfrm>
            <a:off x="1280160" y="1371600"/>
            <a:ext cx="5001768" cy="50017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814" y="2767093"/>
            <a:ext cx="1300460" cy="1300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4197599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criança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72084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Meu ano na creche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5895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A58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criança]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318004" y="83667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18004" y="8366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 · [ano]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9326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Professora [nome]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E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54864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50254" y="72694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0992" y="128564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9126" y="126187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1404" y="88148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Espaço para foto"/>
          <p:cNvSpPr/>
          <p:nvPr/>
        </p:nvSpPr>
        <p:spPr>
          <a:xfrm>
            <a:off x="1280160" y="1371600"/>
            <a:ext cx="5001768" cy="50017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814" y="2767093"/>
            <a:ext cx="1300460" cy="1300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4197599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criança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72084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Meu ano na creche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758952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86D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criança]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318004" y="836676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318004" y="8366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Maternal II · [ano]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93268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Professora [nome]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QUEM EU SOU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Eu sou assim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16168" y="502920"/>
            <a:ext cx="411480" cy="41148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26403" y="626364"/>
            <a:ext cx="263347" cy="263347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013155"/>
            <a:ext cx="296266" cy="296266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08699" y="996696"/>
            <a:ext cx="197510" cy="19751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0276" y="733349"/>
            <a:ext cx="164592" cy="16459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9" name="Espaço para foto"/>
          <p:cNvSpPr/>
          <p:nvPr/>
        </p:nvSpPr>
        <p:spPr>
          <a:xfrm>
            <a:off x="548640" y="1691640"/>
            <a:ext cx="2926080" cy="2926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290" y="2508016"/>
            <a:ext cx="760781" cy="76078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334487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794760" y="17830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MEU NOME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3794760" y="20025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criança]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496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MINHA IDADE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715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[_ anos e _ meses]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3209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MINHA TURMA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[Turma]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794760" y="3922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COMO ME CHAMAM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3794760" y="4142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[Apelido]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4937760"/>
            <a:ext cx="3118104" cy="1417320"/>
          </a:xfrm>
          <a:prstGeom prst="roundRect">
            <a:avLst>
              <a:gd name="adj" fmla="val 1161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512064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 que eu mais gosto de brincar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53212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aqui]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95344" y="4937760"/>
            <a:ext cx="3118104" cy="1417320"/>
          </a:xfrm>
          <a:prstGeom prst="roundRect">
            <a:avLst>
              <a:gd name="adj" fmla="val 1161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23944" y="512064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Minha música ou história preferida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123944" y="553212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aqui]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6537960"/>
            <a:ext cx="3118104" cy="1417320"/>
          </a:xfrm>
          <a:prstGeom prst="roundRect">
            <a:avLst>
              <a:gd name="adj" fmla="val 1161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7240" y="672084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Meus amigos da turma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713232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aqui]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95344" y="6537960"/>
            <a:ext cx="3118104" cy="1417320"/>
          </a:xfrm>
          <a:prstGeom prst="roundRect">
            <a:avLst>
              <a:gd name="adj" fmla="val 1161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123944" y="6720840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Minha comida preferida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123944" y="7132320"/>
            <a:ext cx="2660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aqui]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8229600"/>
            <a:ext cx="6464808" cy="1783080"/>
          </a:xfrm>
          <a:prstGeom prst="roundRect">
            <a:avLst>
              <a:gd name="adj" fmla="val 9231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8366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 mãozinha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8686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Carimbe com tinta a mão da criança neste espaço (ou cole a foto do carimbo).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023360" y="8366760"/>
            <a:ext cx="2761488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sp>
        <p:nvSpPr>
          <p:cNvPr id="36" name="Text 3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 QUEM EU CONVIVO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 turma</a:t>
            </a:r>
            <a:endParaRPr lang="en-US" sz="2800" dirty="0"/>
          </a:p>
        </p:txBody>
      </p:sp>
      <p:sp>
        <p:nvSpPr>
          <p:cNvPr id="4" name="Espaço para foto"/>
          <p:cNvSpPr/>
          <p:nvPr/>
        </p:nvSpPr>
        <p:spPr>
          <a:xfrm>
            <a:off x="548640" y="1645920"/>
            <a:ext cx="6464808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4233" y="2819461"/>
            <a:ext cx="1093622" cy="10936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022446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turma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6080760"/>
            <a:ext cx="6464808" cy="1463040"/>
          </a:xfrm>
          <a:prstGeom prst="roundRect">
            <a:avLst>
              <a:gd name="adj" fmla="val 9375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6263640"/>
            <a:ext cx="6007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[Nomes dos colegas da turma, separados por vírgula]</a:t>
            </a:r>
            <a:endParaRPr lang="en-US" sz="1100" dirty="0"/>
          </a:p>
        </p:txBody>
      </p:sp>
      <p:sp>
        <p:nvSpPr>
          <p:cNvPr id="9" name="Espaço para foto"/>
          <p:cNvSpPr/>
          <p:nvPr/>
        </p:nvSpPr>
        <p:spPr>
          <a:xfrm>
            <a:off x="548640" y="7772400"/>
            <a:ext cx="1463040" cy="20116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8454908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887333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286000" y="7863840"/>
            <a:ext cx="47274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Minhas professoras
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professora] e [nome da auxiliar], que cuidaram de mim e me acompanharam em cada descoberta deste ano.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COMEÇO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 chegada na creche</a:t>
            </a:r>
            <a:endParaRPr lang="en-US" sz="2800" dirty="0"/>
          </a:p>
        </p:txBody>
      </p:sp>
      <p:sp>
        <p:nvSpPr>
          <p:cNvPr id="4" name="Espaço para foto"/>
          <p:cNvSpPr/>
          <p:nvPr/>
        </p:nvSpPr>
        <p:spPr>
          <a:xfrm>
            <a:off x="548640" y="1645920"/>
            <a:ext cx="3749589" cy="3931920"/>
          </a:xfrm>
          <a:prstGeom prst="roundRect">
            <a:avLst>
              <a:gd name="adj" fmla="val 365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988" y="2783221"/>
            <a:ext cx="974893" cy="9748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855603"/>
            <a:ext cx="3566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dos primeiros dias</a:t>
            </a:r>
            <a:endParaRPr lang="en-US" sz="900" dirty="0"/>
          </a:p>
        </p:txBody>
      </p:sp>
      <p:sp>
        <p:nvSpPr>
          <p:cNvPr id="7" name="Espaço para foto"/>
          <p:cNvSpPr/>
          <p:nvPr/>
        </p:nvSpPr>
        <p:spPr>
          <a:xfrm>
            <a:off x="4481109" y="1645920"/>
            <a:ext cx="2532339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591" y="2168911"/>
            <a:ext cx="487375" cy="4873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549" y="2705024"/>
            <a:ext cx="234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4481109" y="3703320"/>
            <a:ext cx="2532339" cy="187452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591" y="4226311"/>
            <a:ext cx="487375" cy="48737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549" y="4762424"/>
            <a:ext cx="2349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5852160"/>
            <a:ext cx="6464808" cy="2286000"/>
          </a:xfrm>
          <a:prstGeom prst="roundRect">
            <a:avLst>
              <a:gd name="adj" fmla="val 6000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6035040"/>
            <a:ext cx="6007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[Conte como foi a adaptação: como a criança chegou, o que a ajudou a se sentir segura, com quem criou os primeiros vínculos. Ex.: "Nos primeiros dias, Helena gostava de ficar no colo observando. Um paninho de casa ajudou a despedida, e logo ela descobriu o cesto de tesouros."]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8366760"/>
            <a:ext cx="6464808" cy="1463040"/>
          </a:xfrm>
          <a:prstGeom prst="roundRect">
            <a:avLst>
              <a:gd name="adj" fmla="val 11250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8366760"/>
            <a:ext cx="5916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 de entrada: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[__/__/____]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Minha primeira professora: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67512"/>
            <a:ext cx="1005840" cy="10058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888797"/>
            <a:ext cx="563270" cy="5632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65836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Eu, os amigos e a turma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16128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Momentos de convivência: brincadeiras com os colegas, gestos de cuidado, combinados, amizades.</a:t>
            </a:r>
            <a:endParaRPr lang="en-US" sz="10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103120"/>
            <a:ext cx="6464808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123590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1696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principal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548640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4" y="6504859"/>
            <a:ext cx="523037" cy="5230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3895344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78" y="6504859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86784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ou produção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48640" y="813816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8321040"/>
            <a:ext cx="6007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"Davi consolou a amiga que chorava levando seu carrinho preferido para ela."]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67512"/>
            <a:ext cx="1005840" cy="100584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888797"/>
            <a:ext cx="563270" cy="5632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65836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Meu corpo em movimento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16128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Conquistas motoras e de autonomia: engatinhar, andar, correr, subir, comer sozinho, desfralde.</a:t>
            </a:r>
            <a:endParaRPr lang="en-US" sz="10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103120"/>
            <a:ext cx="6464808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123590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1696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principal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548640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4" y="6504859"/>
            <a:ext cx="523037" cy="5230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3895344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78" y="6504859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86784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ou produção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48640" y="813816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8321040"/>
            <a:ext cx="6007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"Helena deu os primeiros passos sozinha em outubro, no pátio, e comemorou batendo palmas."]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67512"/>
            <a:ext cx="1005840" cy="100584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888797"/>
            <a:ext cx="563270" cy="5632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65836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Sons, cores e rabiscos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16128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Explorações artísticas: tintas, massinha, música, instrumentos, primeiras marcas no papel.</a:t>
            </a:r>
            <a:endParaRPr lang="en-US" sz="10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103120"/>
            <a:ext cx="6464808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123590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1696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principal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548640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4" y="6504859"/>
            <a:ext cx="523037" cy="5230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3895344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78" y="6504859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86784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ou produção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48640" y="813816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8321040"/>
            <a:ext cx="6007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"Ana Luísa misturou as cores e disse que tinha feito o arco-íris da chuva."]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67512"/>
            <a:ext cx="1005840" cy="100584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888797"/>
            <a:ext cx="563270" cy="5632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65836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Histórias, músicas e palavras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16128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Linguagem e imaginação: histórias preferidas, primeiras palavras, faz de conta, conversas.</a:t>
            </a:r>
            <a:endParaRPr lang="en-US" sz="10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103120"/>
            <a:ext cx="6464808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123590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1696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principal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548640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4" y="6504859"/>
            <a:ext cx="523037" cy="5230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3895344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78" y="6504859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86784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ou produção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48640" y="813816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8321040"/>
            <a:ext cx="6007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"A primeira palavra de Pedro na creche foi água. Hoje ele pede: quero mais água, tia!"]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64808" cy="1417320"/>
          </a:xfrm>
          <a:prstGeom prst="roundRect">
            <a:avLst>
              <a:gd name="adj" fmla="val 1161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67512"/>
            <a:ext cx="1005840" cy="100584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888797"/>
            <a:ext cx="563270" cy="5632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57400" y="658368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Descobrindo o mundo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057400" y="1161288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Investigações: água, areia, plantas, bichinhos, encher e esvaziar, contar e comparar.</a:t>
            </a:r>
            <a:endParaRPr lang="en-US" sz="1000" dirty="0"/>
          </a:p>
        </p:txBody>
      </p:sp>
      <p:sp>
        <p:nvSpPr>
          <p:cNvPr id="7" name="Espaço para foto"/>
          <p:cNvSpPr/>
          <p:nvPr/>
        </p:nvSpPr>
        <p:spPr>
          <a:xfrm>
            <a:off x="548640" y="2103120"/>
            <a:ext cx="6464808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56" y="3123590"/>
            <a:ext cx="950976" cy="9509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41696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principal</a:t>
            </a:r>
            <a:endParaRPr lang="en-US" sz="900" dirty="0"/>
          </a:p>
        </p:txBody>
      </p:sp>
      <p:sp>
        <p:nvSpPr>
          <p:cNvPr id="10" name="Espaço para foto"/>
          <p:cNvSpPr/>
          <p:nvPr/>
        </p:nvSpPr>
        <p:spPr>
          <a:xfrm>
            <a:off x="548640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174" y="6504859"/>
            <a:ext cx="523037" cy="52303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40080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Espaço para foto"/>
          <p:cNvSpPr/>
          <p:nvPr/>
        </p:nvSpPr>
        <p:spPr>
          <a:xfrm>
            <a:off x="3895344" y="5943600"/>
            <a:ext cx="3118104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878" y="6504859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986784" y="7080199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ou produção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548640" y="8138160"/>
            <a:ext cx="6464808" cy="1691640"/>
          </a:xfrm>
          <a:prstGeom prst="roundRect">
            <a:avLst>
              <a:gd name="adj" fmla="val 8108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8321040"/>
            <a:ext cx="60076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"Theo encontrou uma joaninha na horta e passou a manhã observando por onde ela andava."]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MINI-HISTÓRIA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[Título da cena]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· [turma] · [data]</a:t>
            </a:r>
            <a:endParaRPr lang="en-US" sz="1050" dirty="0"/>
          </a:p>
        </p:txBody>
      </p:sp>
      <p:sp>
        <p:nvSpPr>
          <p:cNvPr id="5" name="Espaço para foto"/>
          <p:cNvSpPr/>
          <p:nvPr/>
        </p:nvSpPr>
        <p:spPr>
          <a:xfrm>
            <a:off x="548640" y="1874520"/>
            <a:ext cx="2033016" cy="2834640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0856" y="2842543"/>
            <a:ext cx="528584" cy="528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42398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1</a:t>
            </a:r>
            <a:endParaRPr lang="en-US" sz="900" dirty="0"/>
          </a:p>
        </p:txBody>
      </p:sp>
      <p:sp>
        <p:nvSpPr>
          <p:cNvPr id="8" name="Espaço para foto"/>
          <p:cNvSpPr/>
          <p:nvPr/>
        </p:nvSpPr>
        <p:spPr>
          <a:xfrm>
            <a:off x="2764536" y="1874520"/>
            <a:ext cx="2033016" cy="2834640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52" y="2842543"/>
            <a:ext cx="528584" cy="5285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55976" y="342398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2</a:t>
            </a:r>
            <a:endParaRPr lang="en-US" sz="900" dirty="0"/>
          </a:p>
        </p:txBody>
      </p:sp>
      <p:sp>
        <p:nvSpPr>
          <p:cNvPr id="11" name="Espaço para foto"/>
          <p:cNvSpPr/>
          <p:nvPr/>
        </p:nvSpPr>
        <p:spPr>
          <a:xfrm>
            <a:off x="4980432" y="1874520"/>
            <a:ext cx="2033016" cy="2834640"/>
          </a:xfrm>
          <a:prstGeom prst="roundRect">
            <a:avLst>
              <a:gd name="adj" fmla="val 6747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648" y="2842543"/>
            <a:ext cx="528584" cy="5285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71872" y="3423986"/>
            <a:ext cx="1850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3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48640" y="4983480"/>
            <a:ext cx="6464808" cy="3291840"/>
          </a:xfrm>
          <a:prstGeom prst="roundRect">
            <a:avLst>
              <a:gd name="adj" fmla="val 4167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77240" y="5166360"/>
            <a:ext cx="60076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[Conte a cena em 4 a 6 linhas, como uma pequena história: o que a criança encontrou, o que tentou, o que disse, como terminou. Ex.: "Na bacia de água morna, Helena descobriu um copo. Encheu, virou, encheu de novo. Observou a água escorrer pelos dedos e riu. Quando a colega Bia chegou perto, Helena estendeu o copo cheio e esperou."]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8503920"/>
            <a:ext cx="6464808" cy="1280160"/>
          </a:xfrm>
          <a:prstGeom prst="roundRect">
            <a:avLst>
              <a:gd name="adj" fmla="val 1285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8503920"/>
            <a:ext cx="5916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essa cena revela: </a:t>
            </a:r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em uma frase o que a criança aprendeu ou descobriu]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MINI-HISTÓRIA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[Título da cena]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[Nome] · [turma] · [data]</a:t>
            </a:r>
            <a:endParaRPr lang="en-US" sz="1050" dirty="0"/>
          </a:p>
        </p:txBody>
      </p:sp>
      <p:sp>
        <p:nvSpPr>
          <p:cNvPr id="5" name="Espaço para foto"/>
          <p:cNvSpPr/>
          <p:nvPr/>
        </p:nvSpPr>
        <p:spPr>
          <a:xfrm>
            <a:off x="548640" y="1874520"/>
            <a:ext cx="6464808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797" y="3175620"/>
            <a:ext cx="1212494" cy="12124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509364"/>
            <a:ext cx="6281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 da cena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6766560"/>
            <a:ext cx="4008181" cy="3017520"/>
          </a:xfrm>
          <a:prstGeom prst="roundRect">
            <a:avLst>
              <a:gd name="adj" fmla="val 4545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6949440"/>
            <a:ext cx="355098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[A história da cena, em poucas linhas, com uma fala da criança entre aspas.]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9701" y="6766560"/>
            <a:ext cx="2273747" cy="3017520"/>
          </a:xfrm>
          <a:prstGeom prst="roundRect">
            <a:avLst>
              <a:gd name="adj" fmla="val 7239"/>
            </a:avLst>
          </a:prstGeom>
          <a:solidFill>
            <a:srgbClr val="2D2A4A"/>
          </a:solidFill>
          <a:ln w="12700">
            <a:solidFill>
              <a:srgbClr val="2D2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68301" y="6766560"/>
            <a:ext cx="1816547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
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"[escreva aqui a fala]"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FEITO POR MIM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Minhas produções</a:t>
            </a:r>
            <a:endParaRPr lang="en-US" sz="2800" dirty="0"/>
          </a:p>
        </p:txBody>
      </p:sp>
      <p:sp>
        <p:nvSpPr>
          <p:cNvPr id="4" name="Espaço para foto"/>
          <p:cNvSpPr/>
          <p:nvPr/>
        </p:nvSpPr>
        <p:spPr>
          <a:xfrm>
            <a:off x="548640" y="1645920"/>
            <a:ext cx="3118104" cy="3520440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338" y="2717039"/>
            <a:ext cx="810707" cy="8107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608817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Desenho, pintura ou modelagem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395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[__/__] </a:t>
            </a:r>
            <a:pPr indent="0" marL="0">
              <a:buNone/>
            </a:pPr>
            <a:r>
              <a:rPr lang="en-US" sz="10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[O que a criança disse sobre a produção]</a:t>
            </a:r>
            <a:endParaRPr lang="en-US" sz="1000" dirty="0"/>
          </a:p>
        </p:txBody>
      </p:sp>
      <p:sp>
        <p:nvSpPr>
          <p:cNvPr id="8" name="Espaço para foto"/>
          <p:cNvSpPr/>
          <p:nvPr/>
        </p:nvSpPr>
        <p:spPr>
          <a:xfrm>
            <a:off x="3895344" y="1645920"/>
            <a:ext cx="3118104" cy="3520440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042" y="2717039"/>
            <a:ext cx="810707" cy="8107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86784" y="3608817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Desenho, pintura ou modelagem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895344" y="52395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[__/__] </a:t>
            </a:r>
            <a:pPr indent="0" marL="0">
              <a:buNone/>
            </a:pPr>
            <a:r>
              <a:rPr lang="en-US" sz="10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[O que a criança disse sobre a produção]</a:t>
            </a:r>
            <a:endParaRPr lang="en-US" sz="1000" dirty="0"/>
          </a:p>
        </p:txBody>
      </p:sp>
      <p:sp>
        <p:nvSpPr>
          <p:cNvPr id="12" name="Espaço para foto"/>
          <p:cNvSpPr/>
          <p:nvPr/>
        </p:nvSpPr>
        <p:spPr>
          <a:xfrm>
            <a:off x="548640" y="5760720"/>
            <a:ext cx="3118104" cy="3520440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338" y="6831839"/>
            <a:ext cx="810707" cy="81070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0080" y="7723617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Desenho, pintura ou modelagem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93543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[__/__] </a:t>
            </a:r>
            <a:pPr indent="0" marL="0">
              <a:buNone/>
            </a:pPr>
            <a:r>
              <a:rPr lang="en-US" sz="10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[O que a criança disse sobre a produção]</a:t>
            </a:r>
            <a:endParaRPr lang="en-US" sz="1000" dirty="0"/>
          </a:p>
        </p:txBody>
      </p:sp>
      <p:sp>
        <p:nvSpPr>
          <p:cNvPr id="16" name="Espaço para foto"/>
          <p:cNvSpPr/>
          <p:nvPr/>
        </p:nvSpPr>
        <p:spPr>
          <a:xfrm>
            <a:off x="3895344" y="5760720"/>
            <a:ext cx="3118104" cy="3520440"/>
          </a:xfrm>
          <a:prstGeom prst="roundRect">
            <a:avLst>
              <a:gd name="adj" fmla="val 4399"/>
            </a:avLst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042" y="6831839"/>
            <a:ext cx="810707" cy="8107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986784" y="7723617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Desenho, pintura ou modelagem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3895344" y="935431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[__/__] </a:t>
            </a:r>
            <a:pPr indent="0" marL="0">
              <a:buNone/>
            </a:pPr>
            <a:r>
              <a:rPr lang="en-US" sz="10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[O que a criança disse sobre a produção]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EU CONSEGUI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Minhas conquistas do ano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64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Marque e escreva as conquistas da criança. Cada uma no seu tempo: aqui só se celebra, nunca se compara.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58568"/>
            <a:ext cx="530352" cy="53035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197" y="2375245"/>
            <a:ext cx="296997" cy="29699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03120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Dei meus primeiros passos sozinho]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79008" y="210312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54096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3209544"/>
            <a:ext cx="530352" cy="53035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7" y="3326221"/>
            <a:ext cx="296997" cy="29699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3054096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Falei minhas primeiras palavras]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79008" y="305409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05072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4160520"/>
            <a:ext cx="530352" cy="53035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" y="4277197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005072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Comi sozinho com a colher]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79008" y="4005072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956048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5111496"/>
            <a:ext cx="530352" cy="53035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97" y="5228173"/>
            <a:ext cx="296997" cy="29699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63040" y="4956048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Fiz um amigo especial]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779008" y="4956048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907024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1520" y="6062472"/>
            <a:ext cx="530352" cy="530352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97" y="6179149"/>
            <a:ext cx="296997" cy="29699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63040" y="5907024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Deixei a fralda]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779008" y="5907024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48640" y="6858000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31520" y="7013448"/>
            <a:ext cx="530352" cy="530352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97" y="7130125"/>
            <a:ext cx="296997" cy="29699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63040" y="6858000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Contei uma história]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779008" y="6858000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548640" y="7808976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31520" y="7964424"/>
            <a:ext cx="530352" cy="530352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97" y="8081101"/>
            <a:ext cx="296997" cy="29699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463040" y="7808976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[Conquista]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5779008" y="7808976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548640" y="8759952"/>
            <a:ext cx="6464808" cy="841248"/>
          </a:xfrm>
          <a:prstGeom prst="roundRect">
            <a:avLst>
              <a:gd name="adj" fmla="val 15217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731520" y="8915400"/>
            <a:ext cx="530352" cy="530352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97" y="9032077"/>
            <a:ext cx="296997" cy="29699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463040" y="8759952"/>
            <a:ext cx="4087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[Conquista]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5779008" y="8759952"/>
            <a:ext cx="1051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__/__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504688" y="777240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71616" y="914400"/>
            <a:ext cx="292608" cy="29260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87568" y="1344168"/>
            <a:ext cx="329184" cy="329184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3056" y="1325880"/>
            <a:ext cx="219456" cy="219456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64808" y="1033272"/>
            <a:ext cx="182880" cy="18288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 RECADO PARA VOCÊ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143000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Querido(a) [Nome],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057400"/>
            <a:ext cx="5641848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[Escreva um recado carinhoso para a criança, para ser lido pela família em voz alta: o que você mais vai lembrar deste ano, uma conquista que te emocionou, um desejo para o próximo ano.]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[Ex.: "Que alegria foi ver você descobrindo o mundo neste ano! Vou lembrar sempre do dia em que você deu seus primeiros passos no pátio e bateu palmas para si mesma. Continue curiosa assim!"]</a:t>
            </a:r>
            <a:endParaRPr lang="en-US" sz="1300" dirty="0"/>
          </a:p>
        </p:txBody>
      </p:sp>
      <p:sp>
        <p:nvSpPr>
          <p:cNvPr id="11" name="Espaço para foto"/>
          <p:cNvSpPr/>
          <p:nvPr/>
        </p:nvSpPr>
        <p:spPr>
          <a:xfrm>
            <a:off x="960120" y="8046720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612" y="8429396"/>
            <a:ext cx="356616" cy="35661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882167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8138160"/>
            <a:ext cx="4087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 carinho,
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F6F57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professora]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A FAMÍLIA ESCREVER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5367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Um recado da família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Esta página é da família: um recado para a criança, ou para a creche, sobre este ano.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64808" cy="6766560"/>
          </a:xfrm>
          <a:prstGeom prst="roundRect">
            <a:avLst>
              <a:gd name="adj" fmla="val 2546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06040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044952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483864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922776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61688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800600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5239512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678424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6117336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6556248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6995160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7434072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7872984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8311896"/>
            <a:ext cx="582472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909828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Assinatura: ______________________________     Data: ___/___/______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02778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102778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0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64808" cy="9683496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A84A8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68680" y="822960"/>
            <a:ext cx="457200" cy="4572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868680"/>
            <a:ext cx="274320" cy="27432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6208" y="822960"/>
            <a:ext cx="457200" cy="45720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70448" y="868680"/>
            <a:ext cx="274320" cy="27432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43884" y="9464040"/>
            <a:ext cx="274320" cy="27432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5448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CERTIFICADO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116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Concluí mais uma etapa!</a:t>
            </a:r>
            <a:endParaRPr lang="en-US" sz="3200" dirty="0"/>
          </a:p>
        </p:txBody>
      </p:sp>
      <p:sp>
        <p:nvSpPr>
          <p:cNvPr id="10" name="Espaço para foto"/>
          <p:cNvSpPr/>
          <p:nvPr/>
        </p:nvSpPr>
        <p:spPr>
          <a:xfrm>
            <a:off x="2592324" y="3017520"/>
            <a:ext cx="2377440" cy="2377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C9E0"/>
            </a:solidFill>
            <a:prstDash val="dash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1977" y="3680826"/>
            <a:ext cx="618134" cy="61813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683764" y="436077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A4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Foto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928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Certificamos que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3504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9A4B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[Nome da criança]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6812280"/>
            <a:ext cx="5367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viveu com alegria, curiosidade e muitas descobertas a turma do [Berçário / Maternal I / Maternal II] no ano de [____].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05840" y="8503920"/>
            <a:ext cx="2377440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8577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Professora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78808" y="8503920"/>
            <a:ext cx="2377440" cy="0"/>
          </a:xfrm>
          <a:prstGeom prst="line">
            <a:avLst/>
          </a:prstGeom>
          <a:noFill/>
          <a:ln w="9525">
            <a:solidFill>
              <a:srgbClr val="5E5A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78808" y="8577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Direção / Coordenação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9006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[cidade], [data]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6684" y="2194560"/>
            <a:ext cx="548640" cy="54864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66998" y="2359152"/>
            <a:ext cx="351130" cy="35113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06140" y="2874874"/>
            <a:ext cx="395021" cy="395021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6726" y="2852928"/>
            <a:ext cx="263347" cy="263347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38828" y="2501798"/>
            <a:ext cx="219456" cy="219456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57332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Fim de um ano cheio de descobertas.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venham muitas outras!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50976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[Nome da escola / CMEI] · [ano]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Um portfólio guarda o ano que a família não pôde ver de perto.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Cada foto com legenda, cada desenho datado e cada recado transformam a rotina da creche em memória. Monte o portfólio aos poucos ao longo do semestre e entregue-o junto com o relatório: é o presente que as famílias guardam para sempre.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EDWARDS, C.; GANDINI, L.; FORMAN, G. As cem linguagens da criança. Porto Alegre: Artmed.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P. Afinal, o que os bebês fazem no berçário? Porto Alegre: Penso, 2015.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Indicadores da Qualidade na Educação Infantil.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Práticas cotidianas na Educação Infantil: bases para a reflexão sobre as orientações curriculares. Brasília: MEC/SEB, 2009.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fotos das crianças apenas com autorização de uso de imagem assinada pela família, conforme a política da sua instituição.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Portfólio de Fim de Ano da Creche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de Fim de Ano da Creche</dc:title>
  <dc:subject>PptxGenJS Presentation</dc:subject>
  <dc:creator>Portfólio de Fim de Ano da Creche</dc:creator>
  <cp:lastModifiedBy>Portfólio de Fim de Ano da Creche</cp:lastModifiedBy>
  <cp:revision>1</cp:revision>
  <dcterms:created xsi:type="dcterms:W3CDTF">2026-10-14T17:50:33Z</dcterms:created>
  <dcterms:modified xsi:type="dcterms:W3CDTF">2026-10-14T17:50:33Z</dcterms:modified>
</cp:coreProperties>
</file>