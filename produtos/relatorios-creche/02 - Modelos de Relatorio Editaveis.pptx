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o usar" id="{9a6124ad-842b-d784-7bea-0ad8dfeab68a}">
          <p14:sldIdLst>
            <p14:sldId id="256"/>
            <p14:sldId id="257"/>
          </p14:sldIdLst>
        </p14:section>
        <p14:section name="Modelo · Berçário" id="{efb7db0e-47ba-79d1-5604-d8e1a5dd1867}">
          <p14:sldIdLst>
            <p14:sldId id="258"/>
            <p14:sldId id="259"/>
          </p14:sldIdLst>
        </p14:section>
        <p14:section name="Modelo · Maternal I" id="{587d277f-8be8-db98-41fa-c6d7dfbe5695}">
          <p14:sldIdLst>
            <p14:sldId id="260"/>
            <p14:sldId id="261"/>
          </p14:sldIdLst>
        </p14:section>
        <p14:section name="Modelo · Maternal II" id="{fc8be41f-cd40-3685-0b6a-55b8eb1103b5}">
          <p14:sldIdLst>
            <p14:sldId id="262"/>
            <p14:sldId id="263"/>
          </p14:sldIdLst>
        </p14:section>
        <p14:section name="Exemplo · Berçário II" id="{b23e0520-49e7-b671-09e2-931105171ba2}">
          <p14:sldIdLst>
            <p14:sldId id="264"/>
            <p14:sldId id="265"/>
          </p14:sldIdLst>
        </p14:section>
        <p14:section name="Exemplo · Maternal I" id="{291c0799-0c32-267a-807f-a4b9a8ea2131}">
          <p14:sldIdLst>
            <p14:sldId id="266"/>
            <p14:sldId id="267"/>
          </p14:sldIdLst>
        </p14:section>
        <p14:section name="Exemplo · Maternal II" id="{dd666ec5-d2ca-bc89-c32d-68a1ac191f6b}">
          <p14:sldIdLst>
            <p14:sldId id="268"/>
            <p14:sldId id="269"/>
          </p14:sldIdLst>
        </p14:section>
        <p14:section name="Carta à família" id="{a4299e9f-76cf-43b6-a3cc-0b0c34a38ce3}">
          <p14:sldIdLst>
            <p14:sldId id="270"/>
            <p14:sldId id="271"/>
          </p14:sldIdLst>
        </p14:section>
        <p14:section name="Relatório da turma" id="{b5147999-454f-980c-ec36-4b85cde0c021}">
          <p14:sldIdLst>
            <p14:sldId id="272"/>
          </p14:sldIdLst>
        </p14:section>
        <p14:section name="Mini-história" id="{a3dac15e-361b-8a04-b805-c0fb59dc416f}">
          <p14:sldIdLst>
            <p14:sldId id="273"/>
          </p14:sldIdLst>
        </p14:section>
        <p14:section name="Encerramento" id="{4e165353-6809-b861-9e48-06ccfc688d28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91440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88736" y="1188720"/>
            <a:ext cx="585216" cy="5852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2048256"/>
            <a:ext cx="658368" cy="65836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1616" y="201168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426464"/>
            <a:ext cx="365760" cy="3657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720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377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Modelos de relatório editáveis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720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· Maternal I · Maternal 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Carta à família · Relatório da turma · Mini-história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USAR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 modelo ao relatório pronto em 4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30552"/>
            <a:ext cx="731520" cy="73152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291486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1168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Duplique o modelo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04872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Canva, use "Duplicar página" no modelo da turma para cada criança. Os exemplos preenchidos mostram o tom e a extensão ideais.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730752"/>
            <a:ext cx="731520" cy="7315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891686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61188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Coloque a foto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4005072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Apague o círculo tracejado "Foto" e arraste uma foto da criança (com autorização da família) para o lugar. Use uma moldura circular do Canva.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330952"/>
            <a:ext cx="731520" cy="7315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5491886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521208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Escreva cada bloco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605272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Substitua o texto em cinza pelos seus registros. Use o Banco de Frases para começar e acrescente sempre um fato ou uma fala real.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658368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6931152"/>
            <a:ext cx="731520" cy="7315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7092086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28800" y="681228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Revise e baixe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828800" y="7205472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Passe o checklist do guia, confira o nome e a concordância, e baixe em PDF para imprimir ou enviar.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8275320"/>
            <a:ext cx="6464808" cy="1828800"/>
          </a:xfrm>
          <a:prstGeom prst="roundRect">
            <a:avLst>
              <a:gd name="adj" fmla="val 9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8275320"/>
            <a:ext cx="5824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tem neste arquivo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Modelos em branco com orientações: Berçário, Maternal I e Maternal II (2 páginas cada)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Exemplos preenchidos das três turmas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Carta à família (modelo e exemplo) · Relatório da turma · Mini-história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anos e ___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semestre / ______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(EI01)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143000" y="3977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325880" y="4114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Escreva aqui como foi a chegada da criança: adaptação, despedida da família, vínculo com a equipe. Comece pelo jeito de ser da criança e conte uma cena real. Dica: use o Banco de Frases, seção "Abertura e adaptação".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566928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765841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43000" y="570585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1143000" y="617220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325880" y="630936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a criança interage com colegas e adultos? Como comunica necessidades e emoções (choro, olhar, gestos, balbucios, palavras)? Inclua uma cena observada. (EI01EO01, EI01EO03, EI01EO04, EI01EO06)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7863840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7960401"/>
            <a:ext cx="245791" cy="24579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3000" y="790041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143000" y="836676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325880" y="850392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Conquistas motoras (rolar, sentar, engatinhar, andar), uso das mãos (pegar, encaixar, lançar) e participação nos cuidados: alimentação, troca e sono. (EI01CG02, EI01CG04, EI01CG05, EI01EO05)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Berçário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·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43000" y="187452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201168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Reação a músicas, poemas e histórias; sons, balbucios e palavras; exploração de tintas, riscadores e objetos sonoros. Registre uma canção ou livro preferido. (EI01EF, EI01TS)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627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60273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43000" y="406908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325880" y="420624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a criança explora objetos e espaços? Encher e esvaziar, derrubar, esconder e achar, texturas, água, natureza. (EI01ET01 a EI01ET06)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60720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85728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5797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143000" y="6263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325880" y="6400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Retome as principais conquistas do semestre, diga o que a equipe vai propor a seguir e agradeça a parceria da família. Termine com uma nota afetiva e verdadeira.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81381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95016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795016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41392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41392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Berçário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anos e ___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semestre / ______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(EI02)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143000" y="3977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325880" y="4114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Escreva aqui quem é a criança e como ela vive a creche: chegada, despedida, vínculos, interesses. Comece por uma característica marcante e uma cena real. Dica: Banco de Frases, "Abertura e adaptação".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566928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765841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43000" y="570585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1143000" y="617220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325880" y="630936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Relações com colegas e adultos: amizades, cuidado com o outro, compartilhar, combinados, como vive e resolve conflitos. (EI02EO01, EI02EO03, EI02EO06, EI02EO07)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7863840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7960401"/>
            <a:ext cx="245791" cy="24579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3000" y="790041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143000" y="836676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325880" y="850392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 (correr, pular, subir, equilibrar), controle das mãos e autonomia nos cuidados: alimentação, higiene, vestir-se, desfralde. (EI02CG02 a EI02CG05)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Maternal I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 ·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43000" y="187452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201168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e comunicação (palavras, frases, perguntas), escuta e reconto de histórias, música, desenho, modelagem e faz de conta. Anote uma fala literal da criança. (EI02EF, EI02TS)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627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60273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43000" y="406908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325880" y="420624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Investigações: comparar e classificar, contar, noções de tempo e espaço, fenômenos naturais, cuidado com plantas e bichos. (EI02ET01 a EI02ET08)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60720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85728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5797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143000" y="6263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325880" y="6400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Síntese das conquistas, próximos passos da equipe e sugestões simples para a família fazer em casa. Agradeça a parceria.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81381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95016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795016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41392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41392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Maternal I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anos e ___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semestre / ______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(EI02)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143000" y="3977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325880" y="4114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Escreva aqui quem é a criança e como ela vive a creche: chegada, despedida, vínculos, interesses. Comece por uma característica marcante e uma cena real. Dica: Banco de Frases, "Abertura e adaptação".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566928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765841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43000" y="570585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1143000" y="617220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325880" y="630936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Relações com colegas e adultos: amizades, cuidado com o outro, compartilhar, combinados, como vive e resolve conflitos. (EI02EO01, EI02EO03, EI02EO06, EI02EO07)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7863840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7960401"/>
            <a:ext cx="245791" cy="24579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3000" y="790041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143000" y="836676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325880" y="850392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 (correr, pular, subir, equilibrar), controle das mãos e autonomia nos cuidados: alimentação, higiene, vestir-se, desfralde. (EI02CG02 a EI02CG05)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Maternal II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Nome da criança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 ·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43000" y="187452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201168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e comunicação (palavras, frases, perguntas), escuta e reconto de histórias, música, desenho, modelagem e faz de conta. Anote uma fala literal da criança. (EI02EF, EI02TS)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627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60273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43000" y="406908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325880" y="420624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Investigações: comparar e classificar, contar, noções de tempo e espaço, fenômenos naturais, cuidado com plantas e bichos. (EI02ET01 a EI02ET08)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60720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85728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5797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143000" y="6263640"/>
            <a:ext cx="5870448" cy="1463040"/>
          </a:xfrm>
          <a:prstGeom prst="roundRect">
            <a:avLst>
              <a:gd name="adj" fmla="val 75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325880" y="6400800"/>
            <a:ext cx="5504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Síntese das conquistas, próximos passos da equipe e sugestões simples para a família fazer em casa. Agradeça a parceria.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81381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95016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795016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41392" y="891540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41392" y="897940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 · Maternal II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Helena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II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ano e 2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2º semestre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(EI01)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977640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chegou à turma do Berçário II em agosto e viveu um período de adaptação gradual. Nas primeiras semanas, chorava na despedida da mãe e buscava o colo da professora de referência, observando o grupo com atenção a partir dessa segurança. A presença da família nos primeiros dias, um paninho trazido de casa e a rotina previsível ajudaram Helena a se sentir acolhida. Hoje ela chega sorrindo, estende os braços para a equipe e logo procura o cesto de tesouros, seu canto preferido da sala.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5362956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459517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43000" y="539953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5865876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tem demonstrado prazer em estar perto dos colegas: aproxima-se de quem está brincando, observa com atenção e oferece objetos, aguardando a reação do outro. Diverte-se especialmente nas brincadeiras de cadê-achou, rindo e repetindo o gesto quando o adulto responde, sinal de que percebe que suas ações provocam reações nas pessoas (EI01EO01). Comunica com clareza o que sente: aponta para o que deseja, balança a cabeça para dizer "não" e já usa as palavras "mamã", "água" e "dá" (EI01EO04).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7251192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7347753"/>
            <a:ext cx="245791" cy="24579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43000" y="7287768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" y="7754112"/>
            <a:ext cx="5870448" cy="128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semestre foi marcado por uma grande conquista motora: Helena deu seus primeiros passos sozinha em outubro, no pátio, e comemorou batendo palmas. Desde então, explora o espaço com cada vez mais segurança, sobe nas almofadas do circuito e passa pelo túnel de tecido engatinhando (EI01CG02). Nos momentos de cuidado, colabora estendendo os braços na troca e tenta segurar a colher sozinha nas refeições, aceitando bem frutas, legumes e o feijão (EI01CG04). Descansa com tranquilidade no período do sono, adormecendo com o paninho.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· Berçário II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Helena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II · 2º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874520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se encanta pelos momentos de música: balança o corpo, bate palmas e sacode o chocalho quando ouve "A barata diz que tem", sua canção preferida (EI01TS03). Nos momentos de leitura, aproxima-se do adulto, observa as ilustrações e já aponta o cachorro e o gato quando perguntamos onde estão (EI01EF04). Na proposta de pintura com tinta de beterraba, explorou a tinta com as mãos, espalhando-a pelo papel com gestos amplos e observando atentamente as marcas que produzia (EI01TS02).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59836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35639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329641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762756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é uma pesquisadora persistente. Passa longos períodos colocando e tirando objetos de potes e caixas, derruba as torres de blocos para vê-las cair e repete a ação várias vezes, investigando relações de causa e efeito (EI01ET02). Nas experiências com água, encheu e esvaziou copos com grande concentração, demonstrando curiosidade sobre o que acontecia.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972050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068611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500862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5474970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Foi muito bonito acompanhar Helena neste semestre: os primeiros passos, as primeiras palavras e a confiança crescente para explorar o mundo. No próximo período, seguiremos oferecendo desafios motores seguros, ampliando as conversas e as leituras e convidando Helena a participar cada vez mais dos momentos de cuidado. Agradecemos a parceria da família, fundamental em cada uma dessas conquistas.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7955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95016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95016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41392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041392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· Berçário II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Davi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anos e 5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2º semestre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(EI02)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97764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segue na turma e este semestre foi marcado por vínculos mais fortes com os colegas e por uma participação cada vez mais ativa na rotina. Chega à creche com alegria, despede-se da família com um "tchau" e logo procura os carrinhos, seus brinquedos preferidos, e os amigos Theo e Maria.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50749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171481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43000" y="51114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5577840"/>
            <a:ext cx="5870448" cy="128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tem demonstrado atitudes de cuidado com os colegas: quando alguém chora, aproxima-se, faz carinho e leva um brinquedo para consolar (EI02EO01). Ainda vive com intensidade as disputas por brinquedos, o que é próprio desta fase. Em alguns momentos do início do semestre, usou a mordida para se expressar nessas situações. A equipe acompanhou de perto, ajudou Davi a nomear o que sentia e ofereceu palavras como "é meu" e "minha vez". Hoje ele já procura o adulto ou diz "não gostei" quando algo o incomoda (EI02EO07), e as mordidas deixaram de acontecer.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7139178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7235739"/>
            <a:ext cx="245791" cy="24579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43000" y="7175754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" y="7642098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tem muita energia para explorar o espaço: corre pelo pátio, sobe e desce do escorregador com autonomia, pula com os dois pés e adora o circuito com túneis e bambolês, compreendendo comandos como "passa por baixo" e "entra no túnel" (EI02CG02). Conquistou independência importante nos cuidados: alimenta-se sozinho com a colher, lava as mãos antes das refeições e iniciou o desfralde em outubro, em parceria com a família, já avisando quando precisa ir ao banheiro (EI02CG04).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· Maternal I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Davi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 · 2º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874520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comunicação de Davi ampliou-se muito neste semestre. Ele já usa frases curtas para dizer o que quer e sente ("eu quero água", "Davi caiu, dodói") e conta, na roda, sobre o passeio com o avô (EI02EF01, EI02EF05). Adora a história "A casa sonolenta": pede para ouvi-la de novo, repete os nomes dos personagens e completa o final com os colegas (EI02EF04). Nas propostas com massinha, faz "cobrinhas" e bolinhas e diz que está fazendo "comida para o leão" (EI02TS02).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59836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35639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329641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762756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se interessa por tudo o que se move: observa o vento balançando as fitas no pátio e comenta "o vento levou" (EI02ET02). Nas brincadeiras com tampinhas, começou a separar as vermelhas das azuis quando proposto, e recita os números até três ao contar os carrinhos (EI02ET05, EI02ET07).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860036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5659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489661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5362956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semestre de Davi foi de muitas conquistas: a ampliação da fala, a autonomia na alimentação, o início do desfralde e novas formas de resolver os conflitos. No próximo período, seguiremos ampliando as rodas de conversa e as brincadeiras de contar e classificar, além de apoiar o desfralde. Em casa, a família pode contribuir lendo histórias antes de dormir e conversando com Davi sobre o seu dia. Seguimos juntos!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7955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95016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95016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41392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041392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· Maternal I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Espaço para foto"/>
          <p:cNvSpPr/>
          <p:nvPr/>
        </p:nvSpPr>
        <p:spPr>
          <a:xfrm>
            <a:off x="868680" y="685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069116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1973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5836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DESCRITIVO INDIVIDUAL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896112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Ana Luísa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IDADE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anos e 4 meses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2º semestre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INSTITUIÇÃO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escola / CMEI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professora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 BNCC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(EI02)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71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relatório apresenta o percurso da criança no semestre, a partir da observação e do registro cotidiano das interações e brincadeiras, conforme a LDB (art. 31), as DCNEI e a BNCC.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57128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3000" y="35112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Chegada e vínculos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97764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é uma criança tranquila e observadora, que gosta de conhecer as situações antes de participar. Quando se sente segura, envolve-se com entusiasmo e se torna uma das primeiras a propor brincadeiras. Neste semestre, mostrou-se cada vez mais à vontade no grupo, chegando à creche contando novidades para a professora.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5074920"/>
            <a:ext cx="438912" cy="43891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171481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43000" y="511149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Relações e convivência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5577840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construiu amizades importantes com Laura e Pedro, com quem brinca de casinha e de mercado, organizando os papéis da brincadeira ("eu sou a mãe e você é o filho"). Conhece os combinados da turma e lembra os colegas quando é hora de guardar os brinquedos (EI02EO06). Demonstra confiança em si: diante de um desafio, diz "eu consigo" e persiste, pedindo ajuda apenas quando realmente precisa (EI02EO02).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6787134"/>
            <a:ext cx="438912" cy="43891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6883695"/>
            <a:ext cx="245791" cy="24579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43000" y="6823710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Corpo, movimento e cuidados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" y="7290054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realiza com autonomia a maior parte dos cuidados: usa o banheiro sozinha, lava as mãos, serve-se no almoço com apoio e tenta calçar os sapatos (EI02CG04). Nas brincadeiras de movimento, corre, pula, dança e adora a brincadeira de estátua, controlando o corpo nas pausas da música (EI02CG03). Tem demonstrado bom controle manual: rasga papéis em pedaços pequenos, folheia os livros página a página e segura o giz com firmeza (EI02CG05).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· Maternal II · página 1 de 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640080"/>
          </a:xfrm>
          <a:prstGeom prst="roundRect">
            <a:avLst>
              <a:gd name="adj" fmla="val 500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Ana Luísa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4572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 · 2º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4681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0817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Linguagens e expressão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874520"/>
            <a:ext cx="5870448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dialoga com desenvoltura, expressando opiniões e fazendo muitas perguntas ("por que a lua some?"). Reconta histórias conhecidas e cria suas próprias narrativas com os fantoches, com personagens e acontecimentos (EI02EF06). Diverte-se com as parlendas, completa versos e inventa rimas engraçadas com os nomes dos colegas (EI02EF02). Seus desenhos estão cada vez mais intencionais: desenha "a mamãe" e "o sol", e faz marcas que diz serem seu nome (EI02EF09).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59836"/>
            <a:ext cx="438912" cy="43891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35639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329641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Explorações e descobertas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762756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projeto da horta, Ana Luísa regou as plantas todos os dias e observou com lupa as joaninhas, contando aos colegas o que via (EI02ET03). Classifica objetos por cor e tamanho com autonomia, explicando seu critério ("aqui só as grandes"), e conta até cinco objetos apontando um a um (EI02ET05, EI02ET07). Compreende a sequência da rotina e antecipa os momentos: "depois do lanche é o parque" (EI02ET04).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972050"/>
            <a:ext cx="438912" cy="43891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5068611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5008626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6. Conquistas e próximos passos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5474970"/>
            <a:ext cx="5870448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foi um semestre de muita autonomia e criatividade para Ana Luísa. Na transição para a Pré-escola, seguiremos incentivando sua participação nas rodas de conversa, o reconto de histórias e as explorações com números e escrita no contexto das brincadeiras. Agradecemos a parceria da família e a confiança em nosso trabalho. Foi uma alegria acompanhar Ana Luísa neste ano!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7955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 e data: ________________________________________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95016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95016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Coordenação pedagógica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41392" y="8732520"/>
            <a:ext cx="1972056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041392" y="8796528"/>
            <a:ext cx="197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pela criança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· Maternal II · página 2 de 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58968" y="777240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25896" y="914400"/>
            <a:ext cx="292608" cy="29260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848" y="1344168"/>
            <a:ext cx="329184" cy="329184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7336" y="1325880"/>
            <a:ext cx="219456" cy="21945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9088" y="1033272"/>
            <a:ext cx="182880" cy="1828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CARTA À FAMÍLIA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143000"/>
            <a:ext cx="4178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Querida família de [Nome],</a:t>
            </a:r>
            <a:endParaRPr lang="en-US" sz="2400" dirty="0"/>
          </a:p>
        </p:txBody>
      </p:sp>
      <p:sp>
        <p:nvSpPr>
          <p:cNvPr id="10" name="Espaço para foto"/>
          <p:cNvSpPr/>
          <p:nvPr/>
        </p:nvSpPr>
        <p:spPr>
          <a:xfrm>
            <a:off x="960120" y="2057400"/>
            <a:ext cx="5641848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798" y="2752161"/>
            <a:ext cx="742493" cy="7424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60120" y="3568903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de [Nome] em um momento marcante do semestre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983480"/>
            <a:ext cx="56418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Comece com uma frase calorosa sobre o semestre da criança.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Conte uma ou duas conquistas com uma cena real: o que a criança fez, disse ou descobriu. Use linguagem simples, sem códigos da BNCC.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Fale de algo que a criança ama na creche: uma brincadeira, uma música, um amigo, uma história.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Sugira algo simples para fazer em casa (ler uma história, deixar comer sozinho, conversar sobre o dia).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Diga o que vem a seguir e agradeça a parceria da família.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900684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 carinho, equipe da turma [nome da turma]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58968" y="777240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25896" y="914400"/>
            <a:ext cx="292608" cy="29260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848" y="1344168"/>
            <a:ext cx="329184" cy="329184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7336" y="1325880"/>
            <a:ext cx="219456" cy="21945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9088" y="1033272"/>
            <a:ext cx="182880" cy="1828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CARTA À FAMÍLIA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143000"/>
            <a:ext cx="4178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Querida família do Davi,</a:t>
            </a:r>
            <a:endParaRPr lang="en-US" sz="2400" dirty="0"/>
          </a:p>
        </p:txBody>
      </p:sp>
      <p:sp>
        <p:nvSpPr>
          <p:cNvPr id="10" name="Espaço para foto"/>
          <p:cNvSpPr/>
          <p:nvPr/>
        </p:nvSpPr>
        <p:spPr>
          <a:xfrm>
            <a:off x="960120" y="2057400"/>
            <a:ext cx="5641848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798" y="2752161"/>
            <a:ext cx="742493" cy="7424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60120" y="3568903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de Davi em um momento marcante do semestre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983480"/>
            <a:ext cx="56418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semestre bonito o Davi viveu! Queremos compartilhar com vocês um pouco do que acompanhamos no dia a dia da turma.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Davi está falando cada vez mais: já usa frases para contar o que quer e sente, e adora contar na roda sobre os passeios com o avô. Ele também se tornou um ótimo amigo: quando alguém chora, é um dos primeiros a se aproximar para fazer carinho.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Nas brincadeiras, ele não para: corre, pula, sobe no escorregador e é o primeiro da fila no circuito. Nas refeições, já come sozinho, e em outubro começou a deixar a fralda, uma conquista que celebramos juntos.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história preferida dele é "A casa sonolenta", que ele pede para ouvir todos os dias. Que tal ler em casa também?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próximo semestre, vamos continuar conversando bastante, contando histórias e brincando de contar e separar objetos. Obrigada por caminharem com a gente!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900684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 carinho, equipe do Maternal I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876910"/>
            <a:ext cx="486461" cy="4864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685800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COLETIVO · EXEMPLO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932688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Relatório da turma: Berçário II</a:t>
            </a:r>
            <a:endParaRPr lang="en-US" sz="22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011680"/>
            <a:ext cx="2033016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21" y="2418954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897734"/>
            <a:ext cx="2033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2764536" y="2011680"/>
            <a:ext cx="2033016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417" y="2418954"/>
            <a:ext cx="435254" cy="435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64536" y="2897734"/>
            <a:ext cx="2033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4980432" y="2011680"/>
            <a:ext cx="2033016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13" y="2418954"/>
            <a:ext cx="435254" cy="435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980432" y="2897734"/>
            <a:ext cx="2033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3840480"/>
            <a:ext cx="6464808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turma do Berçário II é formada por 14 crianças entre 1 ano e 1 ano e 8 meses. O semestre começou com o período de adaptação, vivido de forma gradual, com a presença das famílias nos primeiros dias e a organização de uma rotina previsível, com adultos de referência estáveis para cada pequeno grupo.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Ao longo do semestre, o grupo viveu grandes conquistas motoras: muitas crianças deram os primeiros passos, e o espaço da sala foi reorganizado com rampas, túneis e almofadas para acolher as novas explorações. O tempo no chão e no pátio foi garantido diariamente, respeitando o ritmo de cada criança.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projeto "Cesto de tesouros" foi o fio condutor das explorações sensoriais. A partir de objetos naturais e do cotidiano (colheres de pau, buchas, tecidos, potes), as crianças investigaram texturas, sons, pesos e relações de causa e efeito, permanecendo concentradas por períodos cada vez mais longos.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música e a leitura estiveram presentes todos os dias. A turma construiu um repertório de cantigas preferidas e passou a reconhecer as histórias lidas, apontando personagens e imitando os sons dos animais.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momentos de cuidado (alimentação, troca e sono) foram vividos como momentos de relação e aprendizagem, com a equipe antecipando cada gesto com palavras e convidando as crianças a participar. Muitas já seguram a colher e o copo e colaboram na troca.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o próximo semestre, a equipe pretende ampliar as experiências de linguagem oral, as brincadeiras ao ar livre e a participação das crianças nos cuidados. Agradecemos às famílias pela parceria e pela confiança.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 da turma · substitua pelo percurso do seu grupo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960120" y="868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MINI-HISTÓRIA · EXEMPLO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115568"/>
            <a:ext cx="5641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pesquisadora da água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37360"/>
            <a:ext cx="5641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· Berçário II · 18 de setembro</a:t>
            </a:r>
            <a:endParaRPr lang="en-US" sz="1000" dirty="0"/>
          </a:p>
        </p:txBody>
      </p:sp>
      <p:sp>
        <p:nvSpPr>
          <p:cNvPr id="6" name="Espaço para foto"/>
          <p:cNvSpPr/>
          <p:nvPr/>
        </p:nvSpPr>
        <p:spPr>
          <a:xfrm>
            <a:off x="960120" y="2240280"/>
            <a:ext cx="5641848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194" y="2982956"/>
            <a:ext cx="793699" cy="7936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856025"/>
            <a:ext cx="5641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1: a cena principal</a:t>
            </a:r>
            <a:endParaRPr lang="en-US" sz="900" dirty="0"/>
          </a:p>
        </p:txBody>
      </p:sp>
      <p:sp>
        <p:nvSpPr>
          <p:cNvPr id="9" name="Espaço para foto"/>
          <p:cNvSpPr/>
          <p:nvPr/>
        </p:nvSpPr>
        <p:spPr>
          <a:xfrm>
            <a:off x="960120" y="5257800"/>
            <a:ext cx="2729484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632" y="5712988"/>
            <a:ext cx="486461" cy="4864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0120" y="6248095"/>
            <a:ext cx="2729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2</a:t>
            </a:r>
            <a:endParaRPr lang="en-US" sz="900" dirty="0"/>
          </a:p>
        </p:txBody>
      </p:sp>
      <p:sp>
        <p:nvSpPr>
          <p:cNvPr id="12" name="Espaço para foto"/>
          <p:cNvSpPr/>
          <p:nvPr/>
        </p:nvSpPr>
        <p:spPr>
          <a:xfrm>
            <a:off x="3872484" y="5257800"/>
            <a:ext cx="2729484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996" y="5712988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72484" y="6248095"/>
            <a:ext cx="2729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3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60120" y="7223760"/>
            <a:ext cx="5641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bacia de água morna, Helena descobriu um copo. Encheu, virou, encheu de novo. Observou a água escorrer pelos dedos e riu. Repetiu o gesto muitas vezes, cada vez mais devagar, como quem confere se a água sempre cai do mesmo jeito. Quando a colega Bia chegou perto, Helena estendeu o copo cheio e esperou. Bia virou a água e as duas riram juntas.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60120" y="8869680"/>
            <a:ext cx="5641848" cy="685800"/>
          </a:xfrm>
          <a:prstGeom prst="roundRect">
            <a:avLst>
              <a:gd name="adj" fmla="val 160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43000" y="8869680"/>
            <a:ext cx="5276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essa cena revela: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investigação de causa e efeito (EI01ET02) e interação com colegas a partir da exploração (EI01EO03).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Agora é com você: cada modelo ganha vida com o seu olhar.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modelos e os exemplos mostram a estrutura, o tom e a extensão de um bom relatório. Preencha com cenas, falas e conquistas reais de cada criança e passe o checklist do guia antes de entregar. As crianças dos exemplos são fictícias.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9.394/1996 (LDB), art. 31, com redação da Lei nº 12.796/2013.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Práticas cotidianas na Educação Infantil: bases para a reflexão sobre as orientações curriculares.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EDWARDS, C.; GANDINI, L.; FORMAN, G. As cem linguagens da criança. Porto Alegre: Artmed.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P. Afinal, o que os bebês fazem no berçário? Porto Alegre: Penso, 2015.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Estrutura em seis blocos e linguagem baseadas no Guia Pedagógico do kit.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Relatório Editáveis · Kit Relatórios da Creche</dc:title>
  <dc:subject>PptxGenJS Presentation</dc:subject>
  <dc:creator>Kit Relatórios da Creche</dc:creator>
  <cp:lastModifiedBy>Kit Relatórios da Creche</cp:lastModifiedBy>
  <cp:revision>1</cp:revision>
  <dcterms:created xsi:type="dcterms:W3CDTF">2026-10-14T15:37:48Z</dcterms:created>
  <dcterms:modified xsi:type="dcterms:W3CDTF">2026-10-14T15:37:48Z</dcterms:modified>
</cp:coreProperties>
</file>