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640080" cy="64008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33779" y="923544"/>
            <a:ext cx="409651" cy="409651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1525219"/>
            <a:ext cx="460858" cy="460858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1795" y="1499616"/>
            <a:ext cx="307238" cy="307238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84248" y="1089965"/>
            <a:ext cx="256032" cy="256032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7744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Reunião de famílias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661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Turma [nome da turma] · [1º/2º] semestre de [ano]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8521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B4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 da escola / CMEI] · Professora [nome]</a:t>
            </a:r>
            <a:endParaRPr lang="en-US" sz="1400" dirty="0"/>
          </a:p>
        </p:txBody>
      </p:sp>
      <p:sp>
        <p:nvSpPr>
          <p:cNvPr id="10" name="Espaço para foto"/>
          <p:cNvSpPr/>
          <p:nvPr/>
        </p:nvSpPr>
        <p:spPr>
          <a:xfrm>
            <a:off x="7680960" y="914400"/>
            <a:ext cx="3840480" cy="5029200"/>
          </a:xfrm>
          <a:prstGeom prst="roundRect">
            <a:avLst>
              <a:gd name="adj" fmla="val 3571"/>
            </a:avLst>
          </a:prstGeom>
          <a:solidFill>
            <a:srgbClr val="3A3660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1938" y="2580254"/>
            <a:ext cx="998525" cy="99852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772400" y="367863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da turma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SEJAM BEM-VINDOS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que vamos conversar hoje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36003" cy="4023360"/>
          </a:xfrm>
          <a:prstGeom prst="roundRect">
            <a:avLst>
              <a:gd name="adj" fmla="val 8084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40280"/>
            <a:ext cx="868680" cy="86868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10" y="2431390"/>
            <a:ext cx="486461" cy="4864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429000"/>
            <a:ext cx="157880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Como foi o semestre da turma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2858963" y="1920240"/>
            <a:ext cx="2036003" cy="4023360"/>
          </a:xfrm>
          <a:prstGeom prst="roundRect">
            <a:avLst>
              <a:gd name="adj" fmla="val 8084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33283" y="2240280"/>
            <a:ext cx="868680" cy="86868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393" y="2431390"/>
            <a:ext cx="486461" cy="48646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87563" y="3429000"/>
            <a:ext cx="157880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que as crianças viveram e aprenderam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5077846" y="1920240"/>
            <a:ext cx="2036003" cy="4023360"/>
          </a:xfrm>
          <a:prstGeom prst="roundRect">
            <a:avLst>
              <a:gd name="adj" fmla="val 8084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352166" y="2240280"/>
            <a:ext cx="868680" cy="86868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276" y="2431390"/>
            <a:ext cx="486461" cy="48646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06446" y="3429000"/>
            <a:ext cx="157880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Como acompanhamos cada criança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7296729" y="1920240"/>
            <a:ext cx="2036003" cy="4023360"/>
          </a:xfrm>
          <a:prstGeom prst="roundRect">
            <a:avLst>
              <a:gd name="adj" fmla="val 8084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571049" y="2240280"/>
            <a:ext cx="868680" cy="86868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2159" y="2431390"/>
            <a:ext cx="486461" cy="48646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525329" y="3429000"/>
            <a:ext cx="157880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Entrega dos relatórios</a:t>
            </a:r>
            <a:endParaRPr lang="en-US" sz="1550" dirty="0"/>
          </a:p>
        </p:txBody>
      </p:sp>
      <p:sp>
        <p:nvSpPr>
          <p:cNvPr id="20" name="Shape 14"/>
          <p:cNvSpPr/>
          <p:nvPr/>
        </p:nvSpPr>
        <p:spPr>
          <a:xfrm>
            <a:off x="9515612" y="1920240"/>
            <a:ext cx="2036003" cy="4023360"/>
          </a:xfrm>
          <a:prstGeom prst="roundRect">
            <a:avLst>
              <a:gd name="adj" fmla="val 8084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789932" y="2240280"/>
            <a:ext cx="868680" cy="86868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1042" y="2431390"/>
            <a:ext cx="486461" cy="486461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744212" y="3429000"/>
            <a:ext cx="157880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Próximos passos</a:t>
            </a:r>
            <a:endParaRPr lang="en-US" sz="1550" dirty="0"/>
          </a:p>
        </p:txBody>
      </p:sp>
      <p:sp>
        <p:nvSpPr>
          <p:cNvPr id="24" name="Text 17"/>
          <p:cNvSpPr txBox="1"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Reunião de famílias · Turma [nome]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11002975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QUEM SOMOS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Nossa turma</a:t>
            </a:r>
            <a:endParaRPr lang="en-US" sz="3600" dirty="0"/>
          </a:p>
        </p:txBody>
      </p:sp>
      <p:sp>
        <p:nvSpPr>
          <p:cNvPr id="4" name="Espaço para foto"/>
          <p:cNvSpPr/>
          <p:nvPr/>
        </p:nvSpPr>
        <p:spPr>
          <a:xfrm>
            <a:off x="640080" y="1737360"/>
            <a:ext cx="676656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2774" y="2961924"/>
            <a:ext cx="1141171" cy="114117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4217213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da turma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680960" y="1737360"/>
            <a:ext cx="3870655" cy="1325880"/>
          </a:xfrm>
          <a:prstGeom prst="roundRect">
            <a:avLst>
              <a:gd name="adj" fmla="val 12414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17373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9A4B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[14]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9692640" y="1737360"/>
            <a:ext cx="16760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680960" y="3246120"/>
            <a:ext cx="3870655" cy="1325880"/>
          </a:xfrm>
          <a:prstGeom prst="roundRect">
            <a:avLst>
              <a:gd name="adj" fmla="val 12414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324612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9A4B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[1 a 2]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9692640" y="3246120"/>
            <a:ext cx="16760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anos de idade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680960" y="4754880"/>
            <a:ext cx="3870655" cy="1325880"/>
          </a:xfrm>
          <a:prstGeom prst="roundRect">
            <a:avLst>
              <a:gd name="adj" fmla="val 12414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55280" y="475488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9A4B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[2]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9692640" y="4754880"/>
            <a:ext cx="16760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educadoras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Reunião de famílias · Turma [nome]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002975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UM DIA NA CRECHE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Nossa rotina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10911535" cy="0"/>
          </a:xfrm>
          <a:prstGeom prst="line">
            <a:avLst/>
          </a:prstGeom>
          <a:noFill/>
          <a:ln w="38100">
            <a:solidFill>
              <a:srgbClr val="E6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443" y="2834640"/>
            <a:ext cx="457200" cy="457200"/>
          </a:xfrm>
          <a:prstGeom prst="ellipse">
            <a:avLst/>
          </a:prstGeom>
          <a:solidFill>
            <a:srgbClr val="EF6F5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1243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[7h30]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1243927" cy="1920240"/>
          </a:xfrm>
          <a:prstGeom prst="roundRect">
            <a:avLst>
              <a:gd name="adj" fmla="val 13232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3611880"/>
            <a:ext cx="109762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Chegada e acolhida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14530" y="2834640"/>
            <a:ext cx="457200" cy="457200"/>
          </a:xfrm>
          <a:prstGeom prst="ellipse">
            <a:avLst/>
          </a:prstGeom>
          <a:solidFill>
            <a:srgbClr val="E9A21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21167" y="2148840"/>
            <a:ext cx="1243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[8h30]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21167" y="3611880"/>
            <a:ext cx="1243927" cy="1920240"/>
          </a:xfrm>
          <a:prstGeom prst="roundRect">
            <a:avLst>
              <a:gd name="adj" fmla="val 13232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94319" y="3611880"/>
            <a:ext cx="109762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Lanche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795617" y="2834640"/>
            <a:ext cx="457200" cy="457200"/>
          </a:xfrm>
          <a:prstGeom prst="ellipse">
            <a:avLst/>
          </a:prstGeom>
          <a:solidFill>
            <a:srgbClr val="2FA58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02254" y="2148840"/>
            <a:ext cx="1243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[9h]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02254" y="3611880"/>
            <a:ext cx="1243927" cy="1920240"/>
          </a:xfrm>
          <a:prstGeom prst="roundRect">
            <a:avLst>
              <a:gd name="adj" fmla="val 13232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5406" y="3611880"/>
            <a:ext cx="109762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Brincadeiras e propostas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176704" y="2834640"/>
            <a:ext cx="457200" cy="457200"/>
          </a:xfrm>
          <a:prstGeom prst="ellipse">
            <a:avLst/>
          </a:prstGeom>
          <a:solidFill>
            <a:srgbClr val="3F86D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83341" y="2148840"/>
            <a:ext cx="1243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[10h30]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83341" y="3611880"/>
            <a:ext cx="1243927" cy="1920240"/>
          </a:xfrm>
          <a:prstGeom prst="roundRect">
            <a:avLst>
              <a:gd name="adj" fmla="val 13232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56493" y="3611880"/>
            <a:ext cx="109762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Pátio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57791" y="2834640"/>
            <a:ext cx="457200" cy="457200"/>
          </a:xfrm>
          <a:prstGeom prst="ellipse">
            <a:avLst/>
          </a:prstGeom>
          <a:solidFill>
            <a:srgbClr val="8A67C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64428" y="2148840"/>
            <a:ext cx="1243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[11h]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64428" y="3611880"/>
            <a:ext cx="1243927" cy="1920240"/>
          </a:xfrm>
          <a:prstGeom prst="roundRect">
            <a:avLst>
              <a:gd name="adj" fmla="val 13232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37580" y="3611880"/>
            <a:ext cx="109762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Almoço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38878" y="2834640"/>
            <a:ext cx="457200" cy="457200"/>
          </a:xfrm>
          <a:prstGeom prst="ellipse">
            <a:avLst/>
          </a:prstGeom>
          <a:solidFill>
            <a:srgbClr val="EF6F5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45514" y="2148840"/>
            <a:ext cx="1243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[12h]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45514" y="3611880"/>
            <a:ext cx="1243927" cy="1920240"/>
          </a:xfrm>
          <a:prstGeom prst="roundRect">
            <a:avLst>
              <a:gd name="adj" fmla="val 13232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18666" y="3611880"/>
            <a:ext cx="109762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Descanso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319965" y="2834640"/>
            <a:ext cx="457200" cy="457200"/>
          </a:xfrm>
          <a:prstGeom prst="ellipse">
            <a:avLst/>
          </a:prstGeom>
          <a:solidFill>
            <a:srgbClr val="E9A21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26601" y="2148840"/>
            <a:ext cx="1243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[14h30]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926601" y="3611880"/>
            <a:ext cx="1243927" cy="1920240"/>
          </a:xfrm>
          <a:prstGeom prst="roundRect">
            <a:avLst>
              <a:gd name="adj" fmla="val 13232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99753" y="3611880"/>
            <a:ext cx="109762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Lanche e brincar livre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10701052" y="2834640"/>
            <a:ext cx="457200" cy="457200"/>
          </a:xfrm>
          <a:prstGeom prst="ellipse">
            <a:avLst/>
          </a:prstGeom>
          <a:solidFill>
            <a:srgbClr val="2FA58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307688" y="2148840"/>
            <a:ext cx="1243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[16h30]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307688" y="3611880"/>
            <a:ext cx="1243927" cy="1920240"/>
          </a:xfrm>
          <a:prstGeom prst="roundRect">
            <a:avLst>
              <a:gd name="adj" fmla="val 13232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80840" y="3611880"/>
            <a:ext cx="109762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Saída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8064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 creche, cuidar e educar andam juntos: alimentação, sono e higiene também são momentos de aprendizagem.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Reunião de famílias · Turma [nome]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1002975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SEMESTRE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 que a turma viveu e aprendeu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036003" cy="4343400"/>
          </a:xfrm>
          <a:prstGeom prst="roundRect">
            <a:avLst>
              <a:gd name="adj" fmla="val 8084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822960" cy="82296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" y="223845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063240"/>
            <a:ext cx="1487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Convivência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48736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aprendemos a dividir brinquedos e a cuidar dos amigos]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58963" y="1783080"/>
            <a:ext cx="2036003" cy="4343400"/>
          </a:xfrm>
          <a:prstGeom prst="roundRect">
            <a:avLst>
              <a:gd name="adj" fmla="val 8084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33283" y="2057400"/>
            <a:ext cx="822960" cy="82296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334" y="223845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133283" y="3063240"/>
            <a:ext cx="1487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Movimento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133283" y="3931920"/>
            <a:ext cx="148736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muitos deram os primeiros passos e já sobem a rampa]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77846" y="1783080"/>
            <a:ext cx="2036003" cy="4343400"/>
          </a:xfrm>
          <a:prstGeom prst="roundRect">
            <a:avLst>
              <a:gd name="adj" fmla="val 8084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52166" y="2057400"/>
            <a:ext cx="822960" cy="82296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217" y="223845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52166" y="3063240"/>
            <a:ext cx="1487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Artes e música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5352166" y="3931920"/>
            <a:ext cx="148736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pintamos com tintas naturais e criamos instrumentos]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296729" y="1783080"/>
            <a:ext cx="2036003" cy="4343400"/>
          </a:xfrm>
          <a:prstGeom prst="roundRect">
            <a:avLst>
              <a:gd name="adj" fmla="val 8084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571049" y="2057400"/>
            <a:ext cx="822960" cy="82296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2100" y="223845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71049" y="3063240"/>
            <a:ext cx="1487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Linguagem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571049" y="3931920"/>
            <a:ext cx="148736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as histórias preferidas e as primeiras palavras]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515612" y="1783080"/>
            <a:ext cx="2036003" cy="4343400"/>
          </a:xfrm>
          <a:prstGeom prst="roundRect">
            <a:avLst>
              <a:gd name="adj" fmla="val 8084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789932" y="2057400"/>
            <a:ext cx="822960" cy="82296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0983" y="2238451"/>
            <a:ext cx="460858" cy="46085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89932" y="3063240"/>
            <a:ext cx="1487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Descobertas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9789932" y="3931920"/>
            <a:ext cx="148736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projeto água: encher, esvaziar, transbordar]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Reunião de famílias · Turma [nome]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11002975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EM FOTOS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Momentos do semestre</a:t>
            </a:r>
            <a:endParaRPr lang="en-US" sz="3600" dirty="0"/>
          </a:p>
        </p:txBody>
      </p:sp>
      <p:sp>
        <p:nvSpPr>
          <p:cNvPr id="4" name="Espaço para foto"/>
          <p:cNvSpPr/>
          <p:nvPr/>
        </p:nvSpPr>
        <p:spPr>
          <a:xfrm>
            <a:off x="640080" y="1783080"/>
            <a:ext cx="2590724" cy="33832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648" y="2902170"/>
            <a:ext cx="673588" cy="6735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643117"/>
            <a:ext cx="240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1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303520"/>
            <a:ext cx="25907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[Legenda: o que as crianças estavam descobrindo]</a:t>
            </a:r>
            <a:endParaRPr lang="en-US" sz="1250" dirty="0"/>
          </a:p>
        </p:txBody>
      </p:sp>
      <p:sp>
        <p:nvSpPr>
          <p:cNvPr id="8" name="Espaço para foto"/>
          <p:cNvSpPr/>
          <p:nvPr/>
        </p:nvSpPr>
        <p:spPr>
          <a:xfrm>
            <a:off x="3413684" y="1783080"/>
            <a:ext cx="2590724" cy="33832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252" y="2902170"/>
            <a:ext cx="673588" cy="6735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05124" y="3643117"/>
            <a:ext cx="240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2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3413684" y="5303520"/>
            <a:ext cx="25907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[Legenda: o que as crianças estavam descobrindo]</a:t>
            </a:r>
            <a:endParaRPr lang="en-US" sz="1250" dirty="0"/>
          </a:p>
        </p:txBody>
      </p:sp>
      <p:sp>
        <p:nvSpPr>
          <p:cNvPr id="12" name="Espaço para foto"/>
          <p:cNvSpPr/>
          <p:nvPr/>
        </p:nvSpPr>
        <p:spPr>
          <a:xfrm>
            <a:off x="6187288" y="1783080"/>
            <a:ext cx="2590724" cy="33832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855" y="2902170"/>
            <a:ext cx="673588" cy="67358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78728" y="3643117"/>
            <a:ext cx="240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3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6187288" y="5303520"/>
            <a:ext cx="25907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[Legenda: o que as crianças estavam descobrindo]</a:t>
            </a:r>
            <a:endParaRPr lang="en-US" sz="1250" dirty="0"/>
          </a:p>
        </p:txBody>
      </p:sp>
      <p:sp>
        <p:nvSpPr>
          <p:cNvPr id="16" name="Espaço para foto"/>
          <p:cNvSpPr/>
          <p:nvPr/>
        </p:nvSpPr>
        <p:spPr>
          <a:xfrm>
            <a:off x="8960891" y="1783080"/>
            <a:ext cx="2590724" cy="33832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59" y="2902170"/>
            <a:ext cx="673588" cy="6735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52331" y="3643117"/>
            <a:ext cx="240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4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8960891" y="5303520"/>
            <a:ext cx="25907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[Legenda: o que as crianças estavam descobrindo]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Reunião de famílias · Turma [nome]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11002975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AVALIAÇÃO NA CRECHE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Como acompanhamos cada criança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4298" cy="3383280"/>
          </a:xfrm>
          <a:prstGeom prst="roundRect">
            <a:avLst>
              <a:gd name="adj" fmla="val 4865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03120"/>
            <a:ext cx="914400" cy="91440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304288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0040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Observamos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794760"/>
            <a:ext cx="2814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Todos os dias, nas brincadeiras, nas refeições, no pátio: o que cada criança faz, diz e descobre.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68698" y="1783080"/>
            <a:ext cx="3454298" cy="3383280"/>
          </a:xfrm>
          <a:prstGeom prst="roundRect">
            <a:avLst>
              <a:gd name="adj" fmla="val 4865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88738" y="2103120"/>
            <a:ext cx="914400" cy="91440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906" y="230428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88738" y="320040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Registramos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4688738" y="3794760"/>
            <a:ext cx="2814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Anotações, falas, fotos e produções, organizadas pelos cinco campos de experiência da BNCC.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97317" y="1783080"/>
            <a:ext cx="3454298" cy="3383280"/>
          </a:xfrm>
          <a:prstGeom prst="roundRect">
            <a:avLst>
              <a:gd name="adj" fmla="val 4865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7357" y="2103120"/>
            <a:ext cx="914400" cy="91440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525" y="230428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7357" y="320040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Contamos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8417357" y="3794760"/>
            <a:ext cx="2814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relatório, contamos o percurso de cada criança: suas conquistas e os próximos passos.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40080" y="5394960"/>
            <a:ext cx="10911535" cy="777240"/>
          </a:xfrm>
          <a:prstGeom prst="roundRect">
            <a:avLst>
              <a:gd name="adj" fmla="val 21176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960120" y="539496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 Educação Infantil não há nota nem reprovação: a avaliação acompanha o desenvolvimento de cada criança (LDB, art. 31).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Reunião de famílias · Turma [nome]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1002975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RELATÓRIO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Como ler o relatório do seu filho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15258" cy="1691640"/>
          </a:xfrm>
          <a:prstGeom prst="roundRect">
            <a:avLst>
              <a:gd name="adj" fmla="val 9730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685800" cy="68580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783080"/>
            <a:ext cx="214365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Chegada e vínculos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38218" y="1783080"/>
            <a:ext cx="3515258" cy="1691640"/>
          </a:xfrm>
          <a:prstGeom prst="roundRect">
            <a:avLst>
              <a:gd name="adj" fmla="val 9730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2538" y="2286000"/>
            <a:ext cx="685800" cy="68580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2538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526938" y="1783080"/>
            <a:ext cx="214365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Relações e convivência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036357" y="1783080"/>
            <a:ext cx="3515258" cy="1691640"/>
          </a:xfrm>
          <a:prstGeom prst="roundRect">
            <a:avLst>
              <a:gd name="adj" fmla="val 9730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10677" y="2286000"/>
            <a:ext cx="685800" cy="68580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10677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225077" y="1783080"/>
            <a:ext cx="214365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Corpo, movimento e cuidados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3515258" cy="1691640"/>
          </a:xfrm>
          <a:prstGeom prst="roundRect">
            <a:avLst>
              <a:gd name="adj" fmla="val 9730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160520"/>
            <a:ext cx="685800" cy="68580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3657600"/>
            <a:ext cx="214365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Linguagens e expressão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338218" y="3657600"/>
            <a:ext cx="3515258" cy="1691640"/>
          </a:xfrm>
          <a:prstGeom prst="roundRect">
            <a:avLst>
              <a:gd name="adj" fmla="val 9730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2538" y="4160520"/>
            <a:ext cx="685800" cy="68580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12538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5526938" y="3657600"/>
            <a:ext cx="214365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Explorações e descobertas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8036357" y="3657600"/>
            <a:ext cx="3515258" cy="1691640"/>
          </a:xfrm>
          <a:prstGeom prst="roundRect">
            <a:avLst>
              <a:gd name="adj" fmla="val 9730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10677" y="4160520"/>
            <a:ext cx="685800" cy="68580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10677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225077" y="3657600"/>
            <a:ext cx="214365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Conquistas e próximos passos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Cada criança é comparada apenas com ela mesma. Os códigos entre parênteses (ex.: EI02EO04) indicam os objetivos da BNCC.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Reunião de famílias · Turma [nome]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002975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FAMÍLIA E CRECHE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Como vocês podem ajudar em casa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90724" cy="4297680"/>
          </a:xfrm>
          <a:prstGeom prst="roundRect">
            <a:avLst>
              <a:gd name="adj" fmla="val 6353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914400" cy="91440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04288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20040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Leiam juntos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069080"/>
            <a:ext cx="20420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Uma história antes de dormir, todos os dias.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13684" y="1783080"/>
            <a:ext cx="2590724" cy="4297680"/>
          </a:xfrm>
          <a:prstGeom prst="roundRect">
            <a:avLst>
              <a:gd name="adj" fmla="val 6353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88004" y="2103120"/>
            <a:ext cx="914400" cy="91440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172" y="230428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88004" y="320040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Deixem fazer sozinho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3688004" y="4069080"/>
            <a:ext cx="20420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Comer, tirar o sapato, guardar os brinquedos.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187288" y="1783080"/>
            <a:ext cx="2590724" cy="4297680"/>
          </a:xfrm>
          <a:prstGeom prst="roundRect">
            <a:avLst>
              <a:gd name="adj" fmla="val 6353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61608" y="2103120"/>
            <a:ext cx="914400" cy="91440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776" y="230428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61608" y="320040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Conversem sobre o dia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6461608" y="4069080"/>
            <a:ext cx="20420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Perguntem do que brincou e com quem.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8960891" y="1783080"/>
            <a:ext cx="2590724" cy="4297680"/>
          </a:xfrm>
          <a:prstGeom prst="roundRect">
            <a:avLst>
              <a:gd name="adj" fmla="val 6353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35211" y="2103120"/>
            <a:ext cx="914400" cy="91440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379" y="2304288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35211" y="320040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Mantenham a rotina</a:t>
            </a:r>
            <a:endParaRPr lang="en-US" sz="2100" dirty="0"/>
          </a:p>
        </p:txBody>
      </p:sp>
      <p:sp>
        <p:nvSpPr>
          <p:cNvPr id="23" name="Text 17"/>
          <p:cNvSpPr txBox="1"/>
          <p:nvPr/>
        </p:nvSpPr>
        <p:spPr>
          <a:xfrm>
            <a:off x="9235211" y="4069080"/>
            <a:ext cx="20420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Horários de sono e alimentação parecidos com os da creche.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Reunião de famílias · Turma [nome]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1002975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QUE VEM POR AÍ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Próximos passos e datas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914400"/>
          </a:xfrm>
          <a:prstGeom prst="roundRect">
            <a:avLst>
              <a:gd name="adj" fmla="val 18000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6F5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[dd/mm]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783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festa de encerramento]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62072"/>
            <a:ext cx="6766560" cy="914400"/>
          </a:xfrm>
          <a:prstGeom prst="roundRect">
            <a:avLst>
              <a:gd name="adj" fmla="val 18000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86207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A21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[dd/mm]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86207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último dia de aula]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6766560" cy="914400"/>
          </a:xfrm>
          <a:prstGeom prst="roundRect">
            <a:avLst>
              <a:gd name="adj" fmla="val 18000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941064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A58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[dd/mm]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3941064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início do próximo semestre]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5020056"/>
            <a:ext cx="6766560" cy="914400"/>
          </a:xfrm>
          <a:prstGeom prst="roundRect">
            <a:avLst>
              <a:gd name="adj" fmla="val 18000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5020056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86D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[dd/mm]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5020056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entrega do portfólio]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80960" y="1783080"/>
            <a:ext cx="3870655" cy="4160520"/>
          </a:xfrm>
          <a:prstGeom prst="roundRect">
            <a:avLst>
              <a:gd name="adj" fmla="val 4252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01000" y="1783080"/>
            <a:ext cx="3230575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próximo semestre
</a:t>
            </a:r>
            <a:endParaRPr lang="en-US" sz="11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[O que a equipe pretende propor para a turma: projetos, novas experiências, focos de observação.]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Reunião de famílias · Turma [nome]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002975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94360" cy="59436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7086" y="818388"/>
            <a:ext cx="380390" cy="38039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" y="1377086"/>
            <a:ext cx="427939" cy="427939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5958" y="1353312"/>
            <a:ext cx="285293" cy="285293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88236" y="972922"/>
            <a:ext cx="237744" cy="237744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116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Obrigada por caminharem com a gente.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94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Agora é a vez de vocês: dúvidas, perguntas e conversas.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498080" y="822960"/>
            <a:ext cx="4053535" cy="5212080"/>
          </a:xfrm>
          <a:prstGeom prst="roundRect">
            <a:avLst>
              <a:gd name="adj" fmla="val 4060"/>
            </a:avLst>
          </a:prstGeom>
          <a:solidFill>
            <a:srgbClr val="3A3660"/>
          </a:solidFill>
          <a:ln w="12700">
            <a:solidFill>
              <a:srgbClr val="3A36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0" y="1051560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FONTES DESTA APRESENTAÇÃO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1463040"/>
            <a:ext cx="350489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Lei nº 9.394/1996 (LDB), art. 31, com redação da Lei nº 12.796/2013.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CNE/CEB. Resolução nº 5/2009. Diretrizes Curriculares Nacionais para a Educação Infantil.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MEC. Base Nacional Comum Curricular: Educação Infantil. Brasília: MEC, 2017.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MEC. Indicadores da Qualidade na Educação Infantil. Brasília: MEC/SEB, 2009.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4937760"/>
            <a:ext cx="3504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9B4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Mostre fotos das crianças apenas com autorização de uso de imagem das famílias.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263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9B4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Reunião de Entrega dos Relatórios · Material de apoio pedagógico para uso individual. Proibida a revenda.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edok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da turma · Reunião de famílias</dc:title>
  <dc:subject>PptxGenJS Presentation</dc:subject>
  <dc:creator>Kit Reunião de Entrega dos Relatórios</dc:creator>
  <cp:lastModifiedBy>Kit Reunião de Entrega dos Relatórios</cp:lastModifiedBy>
  <cp:revision>1</cp:revision>
  <dcterms:created xsi:type="dcterms:W3CDTF">2026-10-14T17:50:34Z</dcterms:created>
  <dcterms:modified xsi:type="dcterms:W3CDTF">2026-10-14T17:50:34Z</dcterms:modified>
</cp:coreProperties>
</file>